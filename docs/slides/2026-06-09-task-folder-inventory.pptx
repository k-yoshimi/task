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373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Hiragino Kaku Gothic ProN"/>
              </a:rPr>
              <a:t>TASK リポジトリ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Hiragino Kaku Gothic ProN"/>
              </a:rPr>
              <a:t>フォルダ棚卸し &amp; 整理方針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AB"/>
                </a:solidFill>
                <a:latin typeface="Hiragino Kaku Gothic ProN"/>
              </a:rPr>
              <a:t>— まず棚卸し: 約60個のトップレベルフォルダを分類。物理移動はしない 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22860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Hiragino Kaku Gothic ProN"/>
              </a:rPr>
              <a:t>吉見一慶 (東京大学)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Hiragino Kaku Gothic ProN"/>
              </a:rPr>
              <a:t>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1. 目的とスコープ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目的: リポジトリ約60個のトップレベルフォルダを棚卸しし、現状を分類する。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本資料は何も移動・削除しない。棚卸しのみ。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背景: ツリーには4つの「世界」が混在している: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進行中の Python 化 / リファクタリング・プロジェクトの資産,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継承した上流 Fortran モジュール,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個人 / 実験用のミラーフォルダ,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複数系統に分かれて増殖したドキュメント。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重要な制約: 上流 Fortran モジュール本体 (eq / tr / fp / wr / wm / wf … )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の物理的な移動・削除は ats-fukuyama さまのサインオフが必須。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C-ABI / ラッパー / レジストリ / テスト / docs はこの制約の対象外。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今回のスコープ外: あらゆる git mv / 削除、グループ C の個別判定 (TBC のまま)。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2. 全体像 — 約60フォルダ → 4分類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212080"/>
                <a:gridCol w="2743200"/>
              </a:tblGrid>
              <a:tr h="7772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分類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意味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移動方針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A — プロジェクト所有・現役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Phase L モジュール + Python ラッパー + MCP + プロジェクト docs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自由に編集可 (自分たちの資産)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772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B — 上流現役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ルート README 記載のモジュール。継承物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ats-fukuyama サインオフ必須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C — バリアント / ミラー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個人名付き・派生フォルダ。アーカイブ候補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 — ユーザーが分類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772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 — ドキュメント整理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重複した doc 根、ビルド生成物、薄いフォルダ、散乱物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docs/ 内で整理 (自分たちの資産)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以降のスライドで使う凡例。「最終更新」= 最終 git コミット日。</a:t>
            </a:r>
          </a:p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多くは 2026-04-17/18 (一括インポート) で、それ以降の日付が実際に編集したフォルダの印。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3. 分類A — プロジェクト所有・現役 (Phase 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394960"/>
                <a:gridCol w="1828800"/>
              </a:tblGrid>
              <a:tr h="3200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フォルダ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役割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最終更新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eq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2D 平衡 (Phase L 本体)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2026-05-13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1D 輸送 (Phase L 本体)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2026-05-13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fp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Fokker–Planck (Phase L 本体)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2026-04-26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レイトレーシング (Phase L 本体)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2026-04-26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wrx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レイトレーシング派生 (Phase L 本体)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2026-04-26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輸送 / 不純物 (Phase L 本体)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2026-04-26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tot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オールインワン集約 (Phase L 本体)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2026-05-25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python/{eqlib,fplib,tilib,totlib,trlib,wrlib,wrxlib}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Python ctypes ラッパー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2026-06-08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python/mcp-servers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モジュール別 MCP サーバ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2026-06-08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プロジェクト docs (sphinx, manual, design, slides)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2026-06-08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scripts/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プロジェクトスクリプト (pre-push など)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2026-05-11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test_run/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テスト実行フィクスチャ / 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2026-06-02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このプロジェクトが実際に編集するフォルダ群。7つの Fortran 本体も上流モジュールだが、</a:t>
            </a:r>
          </a:p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Phase L 作業中なので A に配置している。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4. 分類B — 上流現役モジュール (継承)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54864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グループ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フォルダ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インターフェース / 平衡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pl (README で旧), equ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輸送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trn, tx, txnew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波動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dp, w1, wm, wmf, wf2, wf3, wf2d, wf3d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その他物理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fit3d, ob, pic, 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ライブラリ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lib, mtxp, gsaf (グラフィクス), trmodels, trlib (旧 C-ABI)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ツール / 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tools, bin, adpost, template, imas, imas-ids, open-adas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ルート README に「現役モジュール」として記載。移動・削除には ats-fukuyama</a:t>
            </a:r>
          </a:p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サインオフが必須なので、ここでは棚卸しのみで手を付けない。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5. 分類C — 個人バリアント / ミラー (要確認)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766560"/>
                <a:gridCol w="2286000"/>
              </a:tblGrid>
              <a:tr h="45720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系統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フォルダ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判定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fp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fp.anzai, fp.nuga, fp.ota, fpx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wmseki, wmfn, wmx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dpseki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w-impurity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wi, wim, wiq, 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trm, trx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wf2dt, wf2dx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その他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t2, tf2d, sak, demo-ec, sample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TBC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判定は意図的に「TBC (要確認)」のまま。これらはアーカイブ候補で、</a:t>
            </a:r>
          </a:p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残す / アーカイブ / 上流のみ の判断はメンテナが記入する。</a:t>
            </a:r>
          </a:p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ここでは判定を一切下していない — このスライドは引き継ぎ用ワークシート。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6. 分類D — ドキュメント整理対象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595360"/>
              </a:tblGrid>
              <a:tr h="731520"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Hiragino Kaku Gothic ProN"/>
                        </a:rPr>
                        <a:t>所見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doc/ vs docs/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doc/ (2025) = 旧 LaTeX マニュアル原稿; docs/ (2026) = 新プロジェクト docs。2つの根が併存。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docs/doc-design/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LaTeX 設計書原稿 + ビルド生成物 (.aux/.dvi/.log/.out/.toc) が混入; .sty が doc/ と重複。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docs/*-library/ ×7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eq/fp/ti/tot/tr/wr/wrx-library が各々 architecture.md 1枚のみの薄いフォルダ。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散乱 / 生成物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Hiragino Kaku Gothic ProN"/>
                        </a:rPr>
                        <a:t>make.header.bak, tr/libtrapi.so, 各所 .DS_Store。(fort.*, *.mod, *.so, RLAMDAG.dat は gitignore 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86AB"/>
                </a:solidFill>
                <a:latin typeface="Hiragino Kaku Gothic ProN"/>
              </a:rPr>
              <a:t>分類D は docs/ と作業ツリー内なので、整理は自分たちで実施可能。上流サインオフ不要。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7. 次フェーズの選択肢 (未確定)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ドキュメント (自分たちで実施可・サインオフ不要):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doc/ を docs/ に統合 (ドキュメント根を一本化)。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docs/doc-design/ の LaTeX 生成物を除去; .sty の重複を解消。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docs/*-library/ ×7 を1つの構造にまとめるか検討。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.DS_Store / make.header.bak の gitignore 整備; 追跡済み散乱物の除去。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分類C (ユーザー入力待ち):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TBC 判定を記入: 各バリアントを 残す / アーカイブ / 上流のみ に振り分け。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Fortran ツリー (分類B — ゲートあり):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物理移動は git mv + ats-fukuyama サインオフを経て、別提案として実施。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N"/>
              </a:rPr>
              <a:t>8. まとめと保留事項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約60個のトップレベルフォルダを4分類に棚卸し: A (現役), B (上流),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C (バリアント, TBC), D (ドキュメント整理)。フォルダの移動・削除は一切なし。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サインオフ無しで即着手可能: 分類D のドキュメント整理。</a:t>
            </a:r>
          </a:p>
          <a:p>
            <a:pPr algn="l"/>
            <a:r>
              <a:rPr sz="800" b="0">
                <a:solidFill>
                  <a:srgbClr val="333333"/>
                </a:solidFill>
                <a:latin typeface="Hiragino Kaku Gothic ProN"/>
              </a:rPr>
              <a:t> 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Hiragino Kaku Gothic ProN"/>
              </a:rPr>
              <a:t>• 保留 / 入力待ち: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分類C の個別判定 — メンテナが TBC ワークシートを記入。</a:t>
            </a:r>
          </a:p>
          <a:p>
            <a:pPr lvl="1" algn="l"/>
            <a:r>
              <a:rPr sz="1400" b="0">
                <a:solidFill>
                  <a:srgbClr val="333333"/>
                </a:solidFill>
                <a:latin typeface="Hiragino Kaku Gothic ProN"/>
              </a:rPr>
              <a:t>  – 分類B の Fortran ツリー移動 — ats-fukuyama サインオフ待ち。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Hiragino Kaku Gothic ProN"/>
              </a:rPr>
              <a:t>python-pptx で生成: docs/slides/build_folder_inventory_2026_06_09.py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Hiragino Kaku Gothic ProN"/>
              </a:rPr>
              <a:t>TASK リポジトリ フォルダ棚卸し 2026-06-09 —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